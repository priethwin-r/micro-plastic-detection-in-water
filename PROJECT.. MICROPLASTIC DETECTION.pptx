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8395-1B1C-6276-41B7-031BD6DFC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EBF1B-214F-D0A9-99B0-A87245DD7F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C342D-0A97-A463-D2A8-AADCE03CF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60512-2BD8-4A3B-8D2E-4E9C79D047A5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79DD6-0B93-1E6C-86F1-25F7B3303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2225F-850D-98F2-A58B-53A4016C5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6405-0D78-44B3-85E5-DA825BF20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512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90793-A888-AC5F-C1CB-02A2BE237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54CA3-4800-6579-B05A-C7F7843A7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F579C-0C88-2CD6-06DC-E48C82D4B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60512-2BD8-4A3B-8D2E-4E9C79D047A5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91216-BBDC-7E7C-1E6E-22316BBD9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402D0-975B-0F65-B76C-210095311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6405-0D78-44B3-85E5-DA825BF20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299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4B49F-D676-8EAC-4815-D15F8141D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DA91D-86B4-4A2C-1F84-F30CC06EB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509A7-885B-BBBA-C8A9-012AF90A5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60512-2BD8-4A3B-8D2E-4E9C79D047A5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E1A20-DB31-CD7F-3816-81E4B8EA6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1D119-BCF2-10C7-B558-0E7F93EDF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6405-0D78-44B3-85E5-DA825BF20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381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E86C7-BA11-6828-6ABC-4C4D43B9F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CD90A-7568-ABCE-29A3-1039CB4F76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72B4DE-BBB2-2BC9-F0ED-C023B8F85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A5F04-CAAF-E287-CB1F-D44FC2AA1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60512-2BD8-4A3B-8D2E-4E9C79D047A5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CA65B9-E8D3-B091-18B2-6E3D8BF14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31D14-56BE-61C5-A603-4A232BE34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6405-0D78-44B3-85E5-DA825BF20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20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A0CD-F7D7-99AF-89E1-A57F32DE4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7AC83-A9EE-6F99-F34C-E17E74A4E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CD1381-F7DF-FF7A-8834-9E20EBE17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42E77A-7375-72DF-CAAE-5A744B0548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47B55A-4D1F-D5D6-E029-C16A548579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8C042A-1170-4448-10C6-FD6E608E3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60512-2BD8-4A3B-8D2E-4E9C79D047A5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1EE7DB-555F-3A4A-D55F-022C0D9F9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AE9D3-A5ED-F9E9-C5FD-1AD6A7F17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6405-0D78-44B3-85E5-DA825BF20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405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FAD5E-BCAC-CC6A-35E1-E0FBFB079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870098-C869-5E10-0D5D-E81073175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60512-2BD8-4A3B-8D2E-4E9C79D047A5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AC5755-8543-0C5B-8002-50FB93E6A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1DFF5D-EF08-F39D-3522-AE5CF86BA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6405-0D78-44B3-85E5-DA825BF20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571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C21980-BF16-EA87-0698-614EA92D2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60512-2BD8-4A3B-8D2E-4E9C79D047A5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9A3F55-DA2F-D442-EDBB-A58562101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140D8-6A5F-A4FE-A3F8-F50482142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6405-0D78-44B3-85E5-DA825BF20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290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83BF7-457F-FFF3-63B3-3DAF2EC5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B1184-34C3-9E1F-54E8-F009E8F92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FA9564-FF5E-CED0-B8F3-54EEF4AAB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1590A-2B17-BDD7-9286-334A6C143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60512-2BD8-4A3B-8D2E-4E9C79D047A5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4EC94-5093-190E-CCEC-9D1B0D3B5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D5E02-3174-5005-CB02-E47D96D64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6405-0D78-44B3-85E5-DA825BF20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242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D5CB1-681E-CECF-4A93-826907147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AE5396-F670-7582-5CFA-8B61079C8C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DD255-6F07-7549-8384-474AE3184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89CA7-061D-38A9-8EEE-040363C78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60512-2BD8-4A3B-8D2E-4E9C79D047A5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15BF9-1B7C-ED06-94A4-36F3B40DA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9C2AB-B805-01BB-8321-9526888FA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6405-0D78-44B3-85E5-DA825BF20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892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B6AEB-5949-46C9-E8C8-74738944B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2EA67D-2DC8-D1BD-66F6-9505567C7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DD4F8-0D13-EBD6-17B6-9D72874F3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60512-2BD8-4A3B-8D2E-4E9C79D047A5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8B1EC-006B-03CC-69E2-733F2177F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16FD4-D596-2B6C-F6FF-7AED5AC04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6405-0D78-44B3-85E5-DA825BF20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277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812A55-6DE8-1095-1A41-604E64E340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F540C-769E-FE10-A105-60F8AE00F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4B96D-5D8F-8690-F993-B0D6DD1F2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60512-2BD8-4A3B-8D2E-4E9C79D047A5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D8D29-A739-591C-535D-1DA8EF492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052AB-B9A5-361C-CC1D-5CE946F31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6405-0D78-44B3-85E5-DA825BF20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18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D70D1-B36D-26FB-AFB4-A45B862E1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D4A4C-F57D-475A-0629-C35499C7B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E98FC-81A2-DE61-A7F8-6A01ADA861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60512-2BD8-4A3B-8D2E-4E9C79D047A5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1607A-E4C4-4BC8-F0AE-C7264E3A5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3B22D-1D0A-4E7F-15D7-C4F06A8D1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96405-0D78-44B3-85E5-DA825BF20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531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B996D-3AAF-8F17-ED1A-97CA7E461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4BE1B-1F5E-3E43-D1C5-36C28F6C6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760" y="2164079"/>
            <a:ext cx="9906000" cy="4328795"/>
          </a:xfrm>
        </p:spPr>
        <p:txBody>
          <a:bodyPr/>
          <a:lstStyle/>
          <a:p>
            <a:r>
              <a:rPr lang="en-IN" sz="2400" b="1" dirty="0"/>
              <a:t>TITLE OF PROJECT: </a:t>
            </a:r>
            <a:r>
              <a:rPr lang="en-IN" sz="2400" dirty="0"/>
              <a:t>Microplastic detection in water using low cost sensors</a:t>
            </a:r>
          </a:p>
          <a:p>
            <a:pPr marL="0" indent="0">
              <a:buNone/>
            </a:pPr>
            <a:endParaRPr lang="en-IN" sz="2400" dirty="0"/>
          </a:p>
          <a:p>
            <a:r>
              <a:rPr lang="en-IN" sz="2400" b="1" dirty="0"/>
              <a:t>NAME : </a:t>
            </a:r>
            <a:r>
              <a:rPr lang="en-IN" sz="2400" dirty="0"/>
              <a:t>Priethwin R     (61782324103123)</a:t>
            </a:r>
          </a:p>
          <a:p>
            <a:pPr marL="0" indent="0">
              <a:buNone/>
            </a:pPr>
            <a:r>
              <a:rPr lang="en-IN" sz="2400" b="1" dirty="0"/>
              <a:t>                  </a:t>
            </a:r>
            <a:r>
              <a:rPr lang="en-IN" sz="2400" dirty="0" err="1"/>
              <a:t>Andhakumar</a:t>
            </a:r>
            <a:r>
              <a:rPr lang="en-IN" sz="2400" dirty="0"/>
              <a:t> S (61782324103006)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 GUIDE   :  </a:t>
            </a:r>
            <a:r>
              <a:rPr lang="en-IN" sz="2400" dirty="0" err="1"/>
              <a:t>DR.M.Hema</a:t>
            </a:r>
            <a:r>
              <a:rPr lang="en-IN" sz="2400" dirty="0"/>
              <a:t> Kumar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4A5E8-B598-9756-410D-D147DCC8FF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0530"/>
          <a:stretch/>
        </p:blipFill>
        <p:spPr>
          <a:xfrm>
            <a:off x="741680" y="239468"/>
            <a:ext cx="10612120" cy="179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69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EF759B-B6E0-A208-615C-DE5DF19C3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718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DD769E-F699-6558-4B06-C89C859BA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238595"/>
              </p:ext>
            </p:extLst>
          </p:nvPr>
        </p:nvGraphicFramePr>
        <p:xfrm>
          <a:off x="521110" y="294968"/>
          <a:ext cx="11120284" cy="5921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438">
                  <a:extLst>
                    <a:ext uri="{9D8B030D-6E8A-4147-A177-3AD203B41FA5}">
                      <a16:colId xmlns:a16="http://schemas.microsoft.com/office/drawing/2014/main" val="4190570996"/>
                    </a:ext>
                  </a:extLst>
                </a:gridCol>
                <a:gridCol w="3618271">
                  <a:extLst>
                    <a:ext uri="{9D8B030D-6E8A-4147-A177-3AD203B41FA5}">
                      <a16:colId xmlns:a16="http://schemas.microsoft.com/office/drawing/2014/main" val="2564128391"/>
                    </a:ext>
                  </a:extLst>
                </a:gridCol>
                <a:gridCol w="943897">
                  <a:extLst>
                    <a:ext uri="{9D8B030D-6E8A-4147-A177-3AD203B41FA5}">
                      <a16:colId xmlns:a16="http://schemas.microsoft.com/office/drawing/2014/main" val="2564875483"/>
                    </a:ext>
                  </a:extLst>
                </a:gridCol>
                <a:gridCol w="4473678">
                  <a:extLst>
                    <a:ext uri="{9D8B030D-6E8A-4147-A177-3AD203B41FA5}">
                      <a16:colId xmlns:a16="http://schemas.microsoft.com/office/drawing/2014/main" val="1759283291"/>
                    </a:ext>
                  </a:extLst>
                </a:gridCol>
              </a:tblGrid>
              <a:tr h="838020">
                <a:tc>
                  <a:txBody>
                    <a:bodyPr/>
                    <a:lstStyle/>
                    <a:p>
                      <a:r>
                        <a:rPr lang="en-IN" dirty="0"/>
                        <a:t>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DETAILS IN ONE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500455"/>
                  </a:ext>
                </a:extLst>
              </a:tr>
              <a:tr h="833723">
                <a:tc>
                  <a:txBody>
                    <a:bodyPr/>
                    <a:lstStyle/>
                    <a:p>
                      <a:r>
                        <a:rPr lang="en-IN" dirty="0"/>
                        <a:t>sensors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IR LED + IR photodiode + turbidity sensor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1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Detect optical changes and suspended particles in the water 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187028"/>
                  </a:ext>
                </a:extLst>
              </a:tr>
              <a:tr h="833723">
                <a:tc>
                  <a:txBody>
                    <a:bodyPr/>
                    <a:lstStyle/>
                    <a:p>
                      <a:r>
                        <a:rPr lang="en-IN" dirty="0"/>
                        <a:t>Key switches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Push button switch for starting/resetting the detection 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User control for the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611228"/>
                  </a:ext>
                </a:extLst>
              </a:tr>
              <a:tr h="833723">
                <a:tc>
                  <a:txBody>
                    <a:bodyPr/>
                    <a:lstStyle/>
                    <a:p>
                      <a:r>
                        <a:rPr lang="en-IN" dirty="0"/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0.96-inch LED/OLED display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Display microplastic detection status and sensor readings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700739"/>
                  </a:ext>
                </a:extLst>
              </a:tr>
              <a:tr h="833723">
                <a:tc>
                  <a:txBody>
                    <a:bodyPr/>
                    <a:lstStyle/>
                    <a:p>
                      <a:r>
                        <a:rPr lang="en-IN" dirty="0"/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ESP32 development 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Processes sensor signals and controls the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855227"/>
                  </a:ext>
                </a:extLst>
              </a:tr>
              <a:tr h="833723">
                <a:tc>
                  <a:txBody>
                    <a:bodyPr/>
                    <a:lstStyle/>
                    <a:p>
                      <a:r>
                        <a:rPr lang="en-IN" dirty="0"/>
                        <a:t>Wireless connectivity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ESP32 built-in Wi-Fi/Bluetooth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Enables wireless transmission of detection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755795"/>
                  </a:ext>
                </a:extLst>
              </a:tr>
              <a:tr h="833723">
                <a:tc>
                  <a:txBody>
                    <a:bodyPr/>
                    <a:lstStyle/>
                    <a:p>
                      <a:r>
                        <a:rPr lang="en-IN" dirty="0"/>
                        <a:t>Cloud connectivity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Blynk via ESP32 Wi-Fi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Store and monitor sensor readings remotely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411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9202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139</Words>
  <Application>Microsoft Office PowerPoint</Application>
  <PresentationFormat>Widescreen</PresentationFormat>
  <Paragraphs>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priethwin r</dc:creator>
  <cp:lastModifiedBy>priethwin r</cp:lastModifiedBy>
  <cp:revision>1</cp:revision>
  <dcterms:created xsi:type="dcterms:W3CDTF">2026-08-09T04:47:01Z</dcterms:created>
  <dcterms:modified xsi:type="dcterms:W3CDTF">2026-08-09T05:37:45Z</dcterms:modified>
</cp:coreProperties>
</file>